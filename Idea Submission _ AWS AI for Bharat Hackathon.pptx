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2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:Team RO-KO_07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dirty="0"/>
              <a:t>AI for Healthcare &amp; Life Sciences</a:t>
            </a:r>
          </a:p>
          <a:p>
            <a:pPr lvl="0">
              <a:lnSpc>
                <a:spcPct val="70000"/>
              </a:lnSpc>
            </a:pPr>
            <a:endParaRPr lang="en-US"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lvl="0">
              <a:lnSpc>
                <a:spcPct val="70000"/>
              </a:lnSpc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:Lova Mahesh Siriki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9384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99E02A-C90F-8598-96CC-170E6AD4E2DB}"/>
              </a:ext>
            </a:extLst>
          </p:cNvPr>
          <p:cNvSpPr txBox="1"/>
          <p:nvPr/>
        </p:nvSpPr>
        <p:spPr>
          <a:xfrm>
            <a:off x="797521" y="863550"/>
            <a:ext cx="732207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AyuSense</a:t>
            </a:r>
            <a:r>
              <a:rPr lang="en-US" b="1" dirty="0"/>
              <a:t> AI</a:t>
            </a:r>
            <a:r>
              <a:rPr lang="en-US" dirty="0"/>
              <a:t> is a </a:t>
            </a:r>
            <a:r>
              <a:rPr lang="en-US" b="1" dirty="0"/>
              <a:t>voice-first, Bharat-focused healthcare intelligence system</a:t>
            </a:r>
            <a:r>
              <a:rPr lang="en-US" dirty="0"/>
              <a:t> designed to bridge the communication and efficiency gap in India’s healthcare ecosystem. The solution enables patients to describe their symptoms naturally in </a:t>
            </a:r>
            <a:r>
              <a:rPr lang="en-US" b="1" dirty="0"/>
              <a:t>Indian regional languages</a:t>
            </a:r>
            <a:r>
              <a:rPr lang="en-US" dirty="0"/>
              <a:t>, which are then processed using AI to extract clinically relevant information such as symptoms, duration, and severity. </a:t>
            </a:r>
            <a:r>
              <a:rPr lang="en-US" dirty="0" err="1"/>
              <a:t>AyuSense</a:t>
            </a:r>
            <a:r>
              <a:rPr lang="en-US" dirty="0"/>
              <a:t> AI automatically converts these conversations into </a:t>
            </a:r>
            <a:r>
              <a:rPr lang="en-US" b="1" dirty="0"/>
              <a:t>structured clinical summaries and risk indicators</a:t>
            </a:r>
            <a:r>
              <a:rPr lang="en-US" dirty="0"/>
              <a:t>, helping doctors make faster and more informed decisions. By reducing manual documentation and language barriers, the solution improves healthcare delivery efficiency, especially in </a:t>
            </a:r>
            <a:r>
              <a:rPr lang="en-US" b="1" dirty="0"/>
              <a:t>rural and semi-urban settings</a:t>
            </a:r>
            <a:r>
              <a:rPr lang="en-US" dirty="0"/>
              <a:t>, making quality healthcare more accessible and inclusive across Bharat.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11480" y="792480"/>
            <a:ext cx="6731886" cy="343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   Voice-first, multilingual, Bharat-focused healthcare AI.</a:t>
            </a:r>
          </a:p>
          <a:p>
            <a:pPr marL="412750" lvl="0" indent="-285750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  <a:buFont typeface="Wingdings" panose="05000000000000000000" pitchFamily="2" charset="2"/>
              <a:buChar char="Ø"/>
            </a:pPr>
            <a:endParaRPr dirty="0">
              <a:solidFill>
                <a:srgbClr val="202729"/>
              </a:solidFill>
              <a:latin typeface="+mj-lt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     Converts patient voice into instant clinical summaries.</a:t>
            </a:r>
          </a:p>
          <a:p>
            <a:r>
              <a:rPr lang="en-US" b="1" dirty="0"/>
              <a:t>        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</a:p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</a:pPr>
            <a:endParaRPr lang="en-US" dirty="0"/>
          </a:p>
          <a:p>
            <a:pPr marL="412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dirty="0"/>
              <a:t>    Low-cost, scalable AI for rural healthcare efficiency.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449203" y="7369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Voice-based symptom input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Support for Indian regional languages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AI-powered symptom &amp; risk analysis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Auto-generated clinical summaries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Doctor-friendly dashboard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Secure cloud-based patient records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Courier New" panose="02070309020205020404" pitchFamily="49" charset="0"/>
              <a:buChar char="o"/>
            </a:pP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589280"/>
            <a:ext cx="7531800" cy="394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73A5B-2968-6A23-5A80-CFBCBD5DC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" y="975360"/>
            <a:ext cx="7325360" cy="39438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449580"/>
            <a:ext cx="7531800" cy="408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2B77F-88EE-A953-DA7F-0D04C22FA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37" y="899160"/>
            <a:ext cx="6678363" cy="4083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624840"/>
            <a:ext cx="7531800" cy="390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47510-2FF1-AA40-EA28-BCF4F0943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40" y="1042176"/>
            <a:ext cx="7531800" cy="3908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525780"/>
            <a:ext cx="7531800" cy="400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300" b="1" dirty="0"/>
              <a:t>AWS Transcribe</a:t>
            </a:r>
            <a:r>
              <a:rPr lang="en-US" sz="1300" dirty="0"/>
              <a:t> – Multilingual speech-to-text processing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300" b="1" dirty="0"/>
              <a:t>AWS Comprehend Medical</a:t>
            </a:r>
            <a:r>
              <a:rPr lang="en-US" sz="1300" dirty="0"/>
              <a:t> – Clinical NLP and entity extraction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300" b="1" dirty="0"/>
              <a:t>AWS Bedrock (Foundation Models)</a:t>
            </a:r>
            <a:r>
              <a:rPr lang="en-US" sz="1300" dirty="0"/>
              <a:t> – Advanced medical reasoning &amp; summarization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300" b="1" dirty="0"/>
              <a:t>AWS Lambda</a:t>
            </a:r>
            <a:r>
              <a:rPr lang="en-US" sz="1300" dirty="0"/>
              <a:t> – Serverless business logic execution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300" b="1" dirty="0"/>
              <a:t>Amazon DynamoDB</a:t>
            </a:r>
            <a:r>
              <a:rPr lang="en-US" sz="1300" dirty="0"/>
              <a:t> – Secure patient clinical data storage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b="1" dirty="0"/>
              <a:t>Amazon S3</a:t>
            </a:r>
            <a:r>
              <a:rPr lang="en-US" dirty="0"/>
              <a:t> – Audio and medical document storage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b="1" dirty="0"/>
              <a:t>AWS API Gateway</a:t>
            </a:r>
            <a:r>
              <a:rPr lang="en-US" dirty="0"/>
              <a:t> – Secure API communication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b="1" dirty="0"/>
              <a:t>Amazon Cognito</a:t>
            </a:r>
            <a:r>
              <a:rPr lang="en-US" dirty="0"/>
              <a:t> – User authentication and access control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b="1" dirty="0"/>
              <a:t>React / Flutter</a:t>
            </a:r>
            <a:r>
              <a:rPr lang="en-US" dirty="0"/>
              <a:t> – Web and mobile application frontend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endParaRPr lang="en-GB" dirty="0">
              <a:solidFill>
                <a:srgbClr val="202729"/>
              </a:solidFill>
              <a:latin typeface="+mj-lt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v"/>
            </a:pPr>
            <a:r>
              <a:rPr lang="en-US" sz="1800" dirty="0"/>
              <a:t>Serverless, pay-per-use architecture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v"/>
            </a:pPr>
            <a:r>
              <a:rPr lang="en-US" sz="1800" dirty="0"/>
              <a:t>No upfront infrastructure cost</a:t>
            </a:r>
            <a:endParaRPr lang="en-US" sz="1800" dirty="0">
              <a:solidFill>
                <a:srgbClr val="434343"/>
              </a:solidFill>
              <a:latin typeface="+mj-lt"/>
              <a:sym typeface="Manrope"/>
            </a:endParaRP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v"/>
            </a:pPr>
            <a:r>
              <a:rPr lang="en-US" sz="1800" dirty="0"/>
              <a:t>Approximate cost: </a:t>
            </a:r>
            <a:r>
              <a:rPr lang="en-US" sz="1800" b="1" dirty="0"/>
              <a:t>₹2–5 per patient interaction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v"/>
            </a:pPr>
            <a:r>
              <a:rPr lang="en-US" sz="1800" dirty="0"/>
              <a:t>Cost scales efficiently with usage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v"/>
            </a:pPr>
            <a:r>
              <a:rPr lang="en-US" sz="1800" dirty="0"/>
              <a:t>Affordable for government hospitals and PHCs</a:t>
            </a: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Ø"/>
            </a:pPr>
            <a:r>
              <a:rPr lang="en-US" dirty="0"/>
              <a:t>      </a:t>
            </a:r>
            <a:r>
              <a:rPr lang="en-US" dirty="0" err="1"/>
              <a:t>AyuSense</a:t>
            </a:r>
            <a:r>
              <a:rPr lang="en-US" dirty="0"/>
              <a:t> AI is designed in alignment with the </a:t>
            </a:r>
            <a:r>
              <a:rPr lang="en-US" b="1" dirty="0"/>
              <a:t>AI for Bharat Hackathon</a:t>
            </a:r>
            <a:r>
              <a:rPr lang="en-US" dirty="0"/>
              <a:t> vision by focusing on inclusive, scalable, and impact-driven healthcare innovation. The solution leverages cloud-based artificial intelligence to address real-world challenges in India’s healthcare ecosystem, particularly in rural and semi-urban regions. It emphasizes accessibility, affordability, and ease of adoption while ensuring secure handling of medical data. The proposed system is practical, future-ready, and suitable for large-scale deployment, supporting national digital healthcare initiatives and improving overall healthcare delivery efficiency across Bharat.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On-screen Show (16:9)</PresentationFormat>
  <Paragraphs>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Courier New</vt:lpstr>
      <vt:lpstr>Manrope SemiBold</vt:lpstr>
      <vt:lpstr>Arial</vt:lpstr>
      <vt:lpstr>Wingdings</vt:lpstr>
      <vt:lpstr>Manrope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Mahi</dc:creator>
  <cp:lastModifiedBy>Lova Mahesh Siriki</cp:lastModifiedBy>
  <cp:revision>1</cp:revision>
  <dcterms:modified xsi:type="dcterms:W3CDTF">2026-01-25T18:11:18Z</dcterms:modified>
</cp:coreProperties>
</file>